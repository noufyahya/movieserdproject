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58" r:id="rId5"/>
    <p:sldId id="261" r:id="rId6"/>
    <p:sldId id="262" r:id="rId7"/>
  </p:sldIdLst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375"/>
    <p:restoredTop sz="95064"/>
  </p:normalViewPr>
  <p:slideViewPr>
    <p:cSldViewPr snapToGrid="0">
      <p:cViewPr varScale="1">
        <p:scale>
          <a:sx n="80" d="100"/>
          <a:sy n="80" d="100"/>
        </p:scale>
        <p:origin x="608" y="4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182B50-B9A5-2549-A374-AAFE643570F8}" type="datetimeFigureOut">
              <a:rPr lang="en-AE" smtClean="0"/>
              <a:t>27/10/2025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1069E-6FBF-264C-A0BD-9A5FD9318A1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19567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F1069E-6FBF-264C-A0BD-9A5FD9318A10}" type="slidenum">
              <a:rPr lang="en-AE" smtClean="0"/>
              <a:t>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53312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F1069E-6FBF-264C-A0BD-9A5FD9318A10}" type="slidenum">
              <a:rPr lang="en-AE" smtClean="0"/>
              <a:t>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49698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F1069E-6FBF-264C-A0BD-9A5FD9318A10}" type="slidenum">
              <a:rPr lang="en-AE" smtClean="0"/>
              <a:t>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63606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49EB4-F062-8CAF-0FD1-FDBB8D35C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024250-B5BB-B419-45C5-6DDCAD96C9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7A8C7-C1C5-94F7-7A8A-8C9EA4088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7CAC2-19FD-F8EB-29D0-21BF922C14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F1069E-6FBF-264C-A0BD-9A5FD9318A10}" type="slidenum">
              <a:rPr lang="en-AE" smtClean="0"/>
              <a:t>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28997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97E4-A528-83AC-4469-64FE799B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0B4EC-DA7A-3C96-8039-300ABFA5F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8B8A3E-3F48-254C-F10C-90399A9D6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48E9E-7826-1998-79B8-F19BD1A19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F1069E-6FBF-264C-A0BD-9A5FD9318A10}" type="slidenum">
              <a:rPr lang="en-AE" smtClean="0"/>
              <a:t>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78701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A25CB-F652-169B-CC32-87FF3A0D9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61CF60-9DC8-5683-D601-2AB5B9360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F20BF-AB09-0AFD-1478-685A69F7A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C2AF-A7F2-2F4D-A412-0E14BE55D259}" type="datetimeFigureOut">
              <a:rPr lang="en-AE" smtClean="0"/>
              <a:t>27/10/2025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FF824-D473-3784-FF1A-882145CD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29CBC-BDFC-ED88-F28A-2CD47504C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C5A0-C179-9648-91E2-6073C584ED0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7246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A2136-5843-D1CF-1A2A-10D81B848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DE1DD-ED5D-E447-0A56-618CAB1D0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8F73F-8CD8-2CDE-69D2-76130E8BE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C2AF-A7F2-2F4D-A412-0E14BE55D259}" type="datetimeFigureOut">
              <a:rPr lang="en-AE" smtClean="0"/>
              <a:t>27/10/2025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458D2-B01C-22D2-7102-9291195FE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AF61E-651A-507B-DCCA-EA56F1394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C5A0-C179-9648-91E2-6073C584ED0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06048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52B37-2344-B2EE-A007-F4024DC64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47985-3D37-5D53-23A3-4265162A0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44229-48FF-97ED-0BB3-DFC313CD1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C2AF-A7F2-2F4D-A412-0E14BE55D259}" type="datetimeFigureOut">
              <a:rPr lang="en-AE" smtClean="0"/>
              <a:t>27/10/2025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2CA42-3E50-7634-FB83-264CA09AB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FC4A1-C1A8-F8F4-6C27-B1D7A1648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C5A0-C179-9648-91E2-6073C584ED0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61319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39922-7B46-6F5D-3A1C-409C40A30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B76D0-1A50-5086-F29D-EA7790D0C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00E85-A5A4-C0D2-8A27-C62E0E480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888B6-B904-FC0C-C4BE-9DDAC7DB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C2AF-A7F2-2F4D-A412-0E14BE55D259}" type="datetimeFigureOut">
              <a:rPr lang="en-AE" smtClean="0"/>
              <a:t>27/10/2025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54FCD-9D57-3A3D-6CFC-05150F5E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7D688D-46A4-6942-92B3-2E0C6071C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C5A0-C179-9648-91E2-6073C584ED0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4178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7BF72-88F3-DC8F-9652-99ED87E4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97516-93E5-B584-11E2-B45E60F13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80967-B017-5717-80C7-198619633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CC487E-FCD3-E028-519D-B30ACCA16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C04903-3A36-B151-7797-C2C73371D3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8E1ED6-8629-A76A-808A-E1B3116A7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C2AF-A7F2-2F4D-A412-0E14BE55D259}" type="datetimeFigureOut">
              <a:rPr lang="en-AE" smtClean="0"/>
              <a:t>27/10/2025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B4C983-A57E-2D5A-7C76-40234A5B7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F808BF-6938-2992-B37C-81B4BF90A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C5A0-C179-9648-91E2-6073C584ED0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03289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0EE77-D83E-0D57-7922-A5C2B89EA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85161-05BC-FB1C-A62B-CA2F197CF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C2AF-A7F2-2F4D-A412-0E14BE55D259}" type="datetimeFigureOut">
              <a:rPr lang="en-AE" smtClean="0"/>
              <a:t>27/10/2025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AB6E4-DF18-B381-51BD-7660336A5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7445A-B732-1EB6-5E9B-5156FA149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C5A0-C179-9648-91E2-6073C584ED0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46433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02849-42F3-DB88-0A46-D8F4F8E5E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C2AF-A7F2-2F4D-A412-0E14BE55D259}" type="datetimeFigureOut">
              <a:rPr lang="en-AE" smtClean="0"/>
              <a:t>27/10/2025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4F977-12E4-4BA9-2367-12110C387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99710-816A-9FD0-DB4F-32BE6BD39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C5A0-C179-9648-91E2-6073C584ED0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38631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EB705-EA79-27A7-7353-33B597821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60665-00B5-8F81-7267-2542F83DC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5A47F-38D7-4DA1-9540-A74F91888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C699C-4084-A6CB-4E0C-A2C5655C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C2AF-A7F2-2F4D-A412-0E14BE55D259}" type="datetimeFigureOut">
              <a:rPr lang="en-AE" smtClean="0"/>
              <a:t>27/10/2025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9ECB8-DB3B-8361-1E04-15472EBE9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162CF-68DF-CB3E-AB8A-641CEA356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C5A0-C179-9648-91E2-6073C584ED0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13465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6B859-D131-F512-2B15-BFF8FACAA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316457-E213-7C6A-3478-B86CF79FCC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DF0B2-2D68-A8D7-586A-4A86AF53C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94090-A15D-0620-0AE3-26CDCE30E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C2AF-A7F2-2F4D-A412-0E14BE55D259}" type="datetimeFigureOut">
              <a:rPr lang="en-AE" smtClean="0"/>
              <a:t>27/10/2025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42F75-5149-46F1-8B74-79307C185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BADDB-F561-1D0C-1DEE-775E78D2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C5A0-C179-9648-91E2-6073C584ED0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83105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6A26A-B0BB-BEBC-394B-F8826148C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44F67-42BB-32BA-6B72-1C186795C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CD3BF-CAE1-27D5-CE3F-3F2910525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C2AF-A7F2-2F4D-A412-0E14BE55D259}" type="datetimeFigureOut">
              <a:rPr lang="en-AE" smtClean="0"/>
              <a:t>27/10/2025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3BFB-5323-9FC6-8E89-B89C2473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DBB1F-F1B1-C2E2-FEDF-615F808AB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C5A0-C179-9648-91E2-6073C584ED0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8648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7258B8-713D-6050-2DBC-4AB5AFDD1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A3D4A-33AC-4409-88EC-C169B8CB4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20301-7A51-2B7E-4470-33CB578AA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C2AF-A7F2-2F4D-A412-0E14BE55D259}" type="datetimeFigureOut">
              <a:rPr lang="en-AE" smtClean="0"/>
              <a:t>27/10/2025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50210-FA6F-D19C-94EA-BC1DFDDC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1DEBF-DF3C-BC4F-E8EF-6A6ECED55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C5A0-C179-9648-91E2-6073C584ED0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73385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9974FC-0ADE-B393-95FC-40367867D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B8BFD-2944-F757-B07C-AEA647B08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5BF3B-7E85-6D88-FDC3-541C140C76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1C2AF-A7F2-2F4D-A412-0E14BE55D259}" type="datetimeFigureOut">
              <a:rPr lang="en-AE" smtClean="0"/>
              <a:t>27/10/2025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19D84-3E54-507B-3F59-CA886A0E29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906CF-1FB7-1D0F-B502-91A2F2983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F7C5A0-C179-9648-91E2-6073C584ED0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97581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C54B4-708D-7499-4780-0FEDA8243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6060"/>
            <a:ext cx="9144000" cy="2387600"/>
          </a:xfrm>
        </p:spPr>
        <p:txBody>
          <a:bodyPr>
            <a:normAutofit/>
          </a:bodyPr>
          <a:lstStyle/>
          <a:p>
            <a:r>
              <a:rPr lang="en-AE" sz="4400" b="1" dirty="0">
                <a:solidFill>
                  <a:srgbClr val="C00000"/>
                </a:solidFill>
                <a:latin typeface="Cambria" panose="02040503050406030204" pitchFamily="18" charset="0"/>
                <a:cs typeface="Lao MN" pitchFamily="2" charset="0"/>
              </a:rPr>
              <a:t>N</a:t>
            </a:r>
            <a:r>
              <a:rPr lang="en-AE" sz="4400" b="1" dirty="0">
                <a:latin typeface="Cambria" panose="02040503050406030204" pitchFamily="18" charset="0"/>
                <a:cs typeface="Lao MN" pitchFamily="2" charset="0"/>
              </a:rPr>
              <a:t>etflix Database ETL &amp; Analytics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8FFA51-633B-E7E0-D33A-4C7D84538B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E" dirty="0">
                <a:solidFill>
                  <a:srgbClr val="C00000"/>
                </a:solidFill>
                <a:latin typeface="Cambria" panose="02040503050406030204" pitchFamily="18" charset="0"/>
              </a:rPr>
              <a:t>Nouf Yahya</a:t>
            </a:r>
          </a:p>
          <a:p>
            <a:r>
              <a:rPr lang="en-AE" dirty="0">
                <a:solidFill>
                  <a:srgbClr val="C00000"/>
                </a:solidFill>
                <a:latin typeface="Cambria" panose="02040503050406030204" pitchFamily="18" charset="0"/>
              </a:rPr>
              <a:t>Portfolio Project</a:t>
            </a:r>
          </a:p>
          <a:p>
            <a:r>
              <a:rPr lang="en-US" dirty="0">
                <a:latin typeface="Cambria" panose="02040503050406030204" pitchFamily="18" charset="0"/>
              </a:rPr>
              <a:t>From Raw Data to Strategic Insights</a:t>
            </a:r>
            <a:endParaRPr lang="en-AE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426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50DC0-60D3-6209-CB82-4E1AC925B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102" y="36512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mbria" panose="02040503050406030204" pitchFamily="18" charset="0"/>
              </a:rPr>
              <a:t> The Process</a:t>
            </a:r>
            <a:endParaRPr lang="en-AE" b="1" dirty="0">
              <a:latin typeface="Cambria" panose="02040503050406030204" pitchFamily="18" charset="0"/>
              <a:cs typeface="Lao MN" pitchFamily="2" charset="0"/>
            </a:endParaRPr>
          </a:p>
        </p:txBody>
      </p:sp>
      <p:pic>
        <p:nvPicPr>
          <p:cNvPr id="7" name="Content Placeholder 6" descr="A diagram of a programming language&#10;&#10;AI-generated content may be incorrect.">
            <a:extLst>
              <a:ext uri="{FF2B5EF4-FFF2-40B4-BE49-F238E27FC236}">
                <a16:creationId xmlns:a16="http://schemas.microsoft.com/office/drawing/2014/main" id="{0AD32AFE-2D52-31F8-9268-BA3DA645CA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33211" y="1027906"/>
            <a:ext cx="5461000" cy="24892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A60427-84F2-DEBD-D597-76C431C8D153}"/>
              </a:ext>
            </a:extLst>
          </p:cNvPr>
          <p:cNvSpPr txBox="1"/>
          <p:nvPr/>
        </p:nvSpPr>
        <p:spPr>
          <a:xfrm>
            <a:off x="353709" y="1420933"/>
            <a:ext cx="4395011" cy="1881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Cambria" panose="02040503050406030204" pitchFamily="18" charset="0"/>
              </a:rPr>
              <a:t>P</a:t>
            </a:r>
            <a:r>
              <a:rPr lang="en-AE" sz="2000" b="1" dirty="0">
                <a:latin typeface="Cambria" panose="02040503050406030204" pitchFamily="18" charset="0"/>
              </a:rPr>
              <a:t>roblem</a:t>
            </a:r>
            <a:r>
              <a:rPr lang="en-AE" sz="2000" dirty="0">
                <a:latin typeface="Cambria" panose="02040503050406030204" pitchFamily="18" charset="0"/>
              </a:rPr>
              <a:t>: Flat and messy CSV file.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Cambria" panose="02040503050406030204" pitchFamily="18" charset="0"/>
              </a:rPr>
              <a:t>S</a:t>
            </a:r>
            <a:r>
              <a:rPr lang="en-AE" sz="2000" b="1" dirty="0">
                <a:latin typeface="Cambria" panose="02040503050406030204" pitchFamily="18" charset="0"/>
              </a:rPr>
              <a:t>olution</a:t>
            </a:r>
            <a:r>
              <a:rPr lang="en-AE" sz="2000" dirty="0">
                <a:latin typeface="Cambria" panose="02040503050406030204" pitchFamily="18" charset="0"/>
              </a:rPr>
              <a:t>: clean data and ready SQL DB to draw insights and help the buzniess.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Cambria" panose="02040503050406030204" pitchFamily="18" charset="0"/>
              </a:rPr>
              <a:t>Method</a:t>
            </a:r>
            <a:r>
              <a:rPr lang="en-AE" sz="2000" b="1" dirty="0">
                <a:latin typeface="Cambria" panose="02040503050406030204" pitchFamily="18" charset="0"/>
              </a:rPr>
              <a:t>: </a:t>
            </a:r>
            <a:r>
              <a:rPr lang="en-AE" sz="2000" dirty="0">
                <a:latin typeface="Cambria" panose="02040503050406030204" pitchFamily="18" charset="0"/>
              </a:rPr>
              <a:t>designed an ETL pipeline.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1C26D9-83E5-61D2-47A8-30377F5EE2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82" t="8825" r="8053" b="16196"/>
          <a:stretch>
            <a:fillRect/>
          </a:stretch>
        </p:blipFill>
        <p:spPr>
          <a:xfrm>
            <a:off x="5472242" y="3574827"/>
            <a:ext cx="4982937" cy="291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655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571DD-5455-26DF-87E0-93C5AEDD0463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406749" y="269981"/>
            <a:ext cx="5689251" cy="3159018"/>
          </a:xfrm>
        </p:spPr>
        <p:txBody>
          <a:bodyPr>
            <a:normAutofit/>
          </a:bodyPr>
          <a:lstStyle/>
          <a:p>
            <a:pPr indent="0">
              <a:buNone/>
            </a:pPr>
            <a:r>
              <a:rPr lang="en-US" sz="4800" b="1" dirty="0"/>
              <a:t>Movies represent almost </a:t>
            </a:r>
            <a:r>
              <a:rPr lang="en-US" sz="4800" b="1" dirty="0">
                <a:solidFill>
                  <a:schemeClr val="bg1"/>
                </a:solidFill>
                <a:highlight>
                  <a:srgbClr val="0000FF"/>
                </a:highlight>
              </a:rPr>
              <a:t>all</a:t>
            </a:r>
            <a:r>
              <a:rPr lang="en-US" sz="4800" b="1" dirty="0"/>
              <a:t> the dataset</a:t>
            </a:r>
            <a:endParaRPr lang="en-US" sz="480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3538DFF-857D-33F0-62FA-B6254BC16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5051" y="2488557"/>
            <a:ext cx="6022321" cy="37409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B05C63-ECEB-A862-C2E9-3371800A7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1019513" cy="914400"/>
          </a:xfrm>
        </p:spPr>
        <p:txBody>
          <a:bodyPr anchor="b">
            <a:normAutofit/>
          </a:bodyPr>
          <a:lstStyle/>
          <a:p>
            <a:r>
              <a:rPr lang="en-US" b="1" dirty="0"/>
              <a:t>Movie vs others </a:t>
            </a:r>
          </a:p>
        </p:txBody>
      </p:sp>
    </p:spTree>
    <p:extLst>
      <p:ext uri="{BB962C8B-B14F-4D97-AF65-F5344CB8AC3E}">
        <p14:creationId xmlns:p14="http://schemas.microsoft.com/office/powerpoint/2010/main" val="4069014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4B8143-3907-5396-F19C-4EDBFE8DE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DEBE3-38B5-285A-6147-65C549FB7796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612648" y="421319"/>
            <a:ext cx="8266176" cy="5605272"/>
          </a:xfrm>
        </p:spPr>
        <p:txBody>
          <a:bodyPr>
            <a:normAutofit/>
          </a:bodyPr>
          <a:lstStyle/>
          <a:p>
            <a:pPr indent="0">
              <a:buNone/>
            </a:pPr>
            <a:r>
              <a:rPr lang="en-US" sz="4800" b="1" dirty="0"/>
              <a:t>America produced </a:t>
            </a:r>
            <a:r>
              <a:rPr lang="en-US" sz="4800" b="1" dirty="0">
                <a:solidFill>
                  <a:schemeClr val="bg1"/>
                </a:solidFill>
                <a:highlight>
                  <a:srgbClr val="0000FF"/>
                </a:highlight>
              </a:rPr>
              <a:t>half</a:t>
            </a:r>
            <a:r>
              <a:rPr lang="en-US" sz="4800" b="1" dirty="0"/>
              <a:t> of the movies</a:t>
            </a:r>
          </a:p>
          <a:p>
            <a:pPr indent="0">
              <a:buNone/>
            </a:pPr>
            <a:endParaRPr lang="en-US" sz="4800" b="1" dirty="0"/>
          </a:p>
          <a:p>
            <a:pPr indent="0">
              <a:buNone/>
            </a:pPr>
            <a:endParaRPr lang="en-US" sz="1800" b="1" dirty="0"/>
          </a:p>
          <a:p>
            <a:pPr indent="0">
              <a:buNone/>
            </a:pPr>
            <a:endParaRPr lang="en-US" sz="4800" b="1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8DECEBC-5F93-4EE1-AA50-08D7780C7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5780" y="2441958"/>
            <a:ext cx="6038850" cy="371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818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CC44B5-A5E5-1373-B211-BCB4B290C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B02ED49-59AF-C876-A614-1C16D3865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D0DC71-4A85-2D38-C5DA-7135FE200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1019513" cy="914400"/>
          </a:xfrm>
        </p:spPr>
        <p:txBody>
          <a:bodyPr anchor="b">
            <a:normAutofit/>
          </a:bodyPr>
          <a:lstStyle/>
          <a:p>
            <a:r>
              <a:rPr lang="en-US" dirty="0" err="1"/>
              <a:t>Staisfaction</a:t>
            </a:r>
            <a:r>
              <a:rPr lang="en-US" dirty="0"/>
              <a:t> vs </a:t>
            </a:r>
            <a:r>
              <a:rPr lang="en-US" dirty="0" err="1"/>
              <a:t>engagment</a:t>
            </a:r>
            <a:endParaRPr lang="en-AE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6CB9C79-0C5F-D8C6-3209-EE4F8F0302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7879"/>
          <a:stretch>
            <a:fillRect/>
          </a:stretch>
        </p:blipFill>
        <p:spPr>
          <a:xfrm>
            <a:off x="3477738" y="1770607"/>
            <a:ext cx="7721405" cy="4383305"/>
          </a:xfr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95D6380-6FAD-5F32-B0A9-D09791570DDA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612648" y="548640"/>
            <a:ext cx="8266176" cy="5605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 panose="020B0604020202020204" pitchFamily="34" charset="0"/>
              <a:buNone/>
            </a:pPr>
            <a:endParaRPr lang="en-US" sz="1800" b="1" dirty="0"/>
          </a:p>
          <a:p>
            <a:pPr indent="0">
              <a:buFont typeface="Arial" panose="020B0604020202020204" pitchFamily="34" charset="0"/>
              <a:buNone/>
            </a:pPr>
            <a:endParaRPr lang="en-US" sz="4800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1B7257-113C-E81D-5C5F-CFCE609BD427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0" y="329184"/>
            <a:ext cx="8266176" cy="5605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4400" b="1" dirty="0"/>
              <a:t>High popularity </a:t>
            </a:r>
            <a:r>
              <a:rPr lang="en-US" sz="4400" b="1" dirty="0">
                <a:solidFill>
                  <a:schemeClr val="bg1">
                    <a:lumMod val="95000"/>
                  </a:schemeClr>
                </a:solidFill>
                <a:highlight>
                  <a:srgbClr val="0000FF"/>
                </a:highlight>
              </a:rPr>
              <a:t> </a:t>
            </a:r>
            <a:r>
              <a:rPr lang="en-AE" sz="5400" dirty="0">
                <a:solidFill>
                  <a:schemeClr val="bg1">
                    <a:lumMod val="95000"/>
                  </a:schemeClr>
                </a:solidFill>
                <a:highlight>
                  <a:srgbClr val="0000FF"/>
                </a:highlight>
              </a:rPr>
              <a:t>≠</a:t>
            </a:r>
            <a:r>
              <a:rPr lang="en-US" sz="4400" b="1" dirty="0">
                <a:solidFill>
                  <a:schemeClr val="bg1">
                    <a:lumMod val="95000"/>
                  </a:schemeClr>
                </a:solidFill>
                <a:highlight>
                  <a:srgbClr val="0000FF"/>
                </a:highlight>
              </a:rPr>
              <a:t> </a:t>
            </a:r>
            <a:r>
              <a:rPr lang="en-US" sz="4400" b="1" dirty="0"/>
              <a:t>high rating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564D82-2843-10B1-A800-D4CE82FC560F}"/>
              </a:ext>
            </a:extLst>
          </p:cNvPr>
          <p:cNvSpPr txBox="1"/>
          <p:nvPr/>
        </p:nvSpPr>
        <p:spPr>
          <a:xfrm rot="5400000">
            <a:off x="3179863" y="2364167"/>
            <a:ext cx="862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AE" dirty="0"/>
              <a:t>ating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ABC670-2CDD-4266-B002-9F17E0278701}"/>
              </a:ext>
            </a:extLst>
          </p:cNvPr>
          <p:cNvSpPr txBox="1"/>
          <p:nvPr/>
        </p:nvSpPr>
        <p:spPr>
          <a:xfrm>
            <a:off x="10391847" y="5934456"/>
            <a:ext cx="118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Popularity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625616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FC5FB-957B-E391-0903-292E4F1EC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1DC1-A3F0-297A-63F8-32223AD4D676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612648" y="421319"/>
            <a:ext cx="8266176" cy="5605272"/>
          </a:xfrm>
        </p:spPr>
        <p:txBody>
          <a:bodyPr>
            <a:normAutofit/>
          </a:bodyPr>
          <a:lstStyle/>
          <a:p>
            <a:pPr indent="0">
              <a:buNone/>
            </a:pPr>
            <a:r>
              <a:rPr lang="en-US" sz="4800" b="1" dirty="0"/>
              <a:t>High popularity </a:t>
            </a:r>
            <a:r>
              <a:rPr lang="en-US" sz="5400" dirty="0">
                <a:solidFill>
                  <a:schemeClr val="bg1">
                    <a:lumMod val="95000"/>
                  </a:schemeClr>
                </a:solidFill>
                <a:highlight>
                  <a:srgbClr val="0000FF"/>
                </a:highlight>
              </a:rPr>
              <a:t>≠</a:t>
            </a:r>
            <a:r>
              <a:rPr lang="en-US" sz="4800" b="1" dirty="0"/>
              <a:t> high profit</a:t>
            </a:r>
          </a:p>
          <a:p>
            <a:pPr indent="0">
              <a:buNone/>
            </a:pPr>
            <a:endParaRPr lang="en-US" sz="4800" b="1" dirty="0"/>
          </a:p>
          <a:p>
            <a:pPr indent="0">
              <a:buNone/>
            </a:pPr>
            <a:endParaRPr lang="en-US" sz="1800" b="1" dirty="0"/>
          </a:p>
          <a:p>
            <a:pPr indent="0">
              <a:buNone/>
            </a:pPr>
            <a:endParaRPr lang="en-US" sz="4800" b="1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24651AD-71BC-A99B-03F7-AFA267A09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3304" y="1629653"/>
            <a:ext cx="7726048" cy="47729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E86392-7DE6-0E48-7F4C-7C838FED0569}"/>
              </a:ext>
            </a:extLst>
          </p:cNvPr>
          <p:cNvSpPr txBox="1"/>
          <p:nvPr/>
        </p:nvSpPr>
        <p:spPr>
          <a:xfrm rot="16200000" flipV="1">
            <a:off x="3087361" y="2273347"/>
            <a:ext cx="1531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Popularity</a:t>
            </a:r>
            <a:endParaRPr lang="en-A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17AF64-8031-EFCD-A014-677464911BE0}"/>
              </a:ext>
            </a:extLst>
          </p:cNvPr>
          <p:cNvSpPr txBox="1"/>
          <p:nvPr/>
        </p:nvSpPr>
        <p:spPr>
          <a:xfrm>
            <a:off x="10440363" y="6217968"/>
            <a:ext cx="1138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ROI</a:t>
            </a:r>
          </a:p>
        </p:txBody>
      </p:sp>
    </p:spTree>
    <p:extLst>
      <p:ext uri="{BB962C8B-B14F-4D97-AF65-F5344CB8AC3E}">
        <p14:creationId xmlns:p14="http://schemas.microsoft.com/office/powerpoint/2010/main" val="28239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3148</TotalTime>
  <Words>90</Words>
  <Application>Microsoft Macintosh PowerPoint</Application>
  <PresentationFormat>Widescreen</PresentationFormat>
  <Paragraphs>25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Cambria</vt:lpstr>
      <vt:lpstr>Neue Haas Grotesk Text Pro</vt:lpstr>
      <vt:lpstr>Office Theme</vt:lpstr>
      <vt:lpstr>Netflix Database ETL &amp; Analytics Project</vt:lpstr>
      <vt:lpstr> The Process</vt:lpstr>
      <vt:lpstr>Movie vs others </vt:lpstr>
      <vt:lpstr>PowerPoint Presentation</vt:lpstr>
      <vt:lpstr>Staisfaction vs engagment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Fadhel, Nouf (Cognizant)</dc:creator>
  <cp:lastModifiedBy>NOOF yahya</cp:lastModifiedBy>
  <cp:revision>16</cp:revision>
  <dcterms:created xsi:type="dcterms:W3CDTF">2025-08-29T12:41:29Z</dcterms:created>
  <dcterms:modified xsi:type="dcterms:W3CDTF">2025-10-27T12:37:13Z</dcterms:modified>
</cp:coreProperties>
</file>